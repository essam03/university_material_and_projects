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6E445-BDE6-4FFA-8AB9-8D0A63BE41CC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248EBA-F99C-450A-930F-1A3AF5285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75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E3F4D8-0FA1-43CC-A1C5-AE90EB645BB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541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0D595-AB98-54D5-E0E3-B42A15063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8A7C7F-71FD-64D8-13C9-33FBBC6C0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06EDE-470C-FE24-A146-90A38B415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E70B-6719-4C20-B433-7C6C4F922FBF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DC164-7CDF-1D54-9AF8-9F36F7A5D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4A65C-BF90-F75B-68B0-A148C0259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70A1-4312-4470-A1DE-185195CE9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430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1121B-067D-7C99-44AF-69ADDC549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21D06-1143-61C9-0144-B6A49CBFE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16A2C-2F19-3762-BF49-9A27ACADE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E70B-6719-4C20-B433-7C6C4F922FBF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9159D-69C8-C667-B438-7AC319B48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4BC29-8C68-A9AE-5C17-0C81D0139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70A1-4312-4470-A1DE-185195CE9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96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51F2-476F-0BD7-691E-132C6669F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AEDBF-FC95-3E5D-589E-48A7C3247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CB0E3-3462-91C4-585E-A8865C3DC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E70B-6719-4C20-B433-7C6C4F922FBF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89C94-ABF5-1852-4853-9DE71673C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225E8-2504-B18F-5FE2-F38780CE7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70A1-4312-4470-A1DE-185195CE9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599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E592A-5200-7ABD-02BC-4D7C9A67A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D900B-11B5-ACD5-D1FC-2F9F8B0A63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E5F1A-CE95-B8B2-99DA-635155544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0B207E-9AC3-A5E9-51A4-F1C00BCB8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E70B-6719-4C20-B433-7C6C4F922FBF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C6C9B-FBFB-D1A8-3550-430DDF654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60F75-3D3D-6B02-D3BD-CB04BE634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70A1-4312-4470-A1DE-185195CE9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3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DFD44-BC1E-04D9-E0C9-BFD844E1B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60650-0774-7F7C-01BB-F40746633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E0D83-0884-10D1-B936-1D3BA1F71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104503-C11A-0C9C-B883-0ABABD7B1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43F2C6-B033-3833-F8EE-F871850E8B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4661F0-0095-695E-CFD1-A3DCF4A4E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E70B-6719-4C20-B433-7C6C4F922FBF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E875B-A086-48DD-0D17-A7E72C0A6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FB9738-C08E-08E6-CF04-E6D2E17A7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70A1-4312-4470-A1DE-185195CE9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125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B9758-2ACD-DB33-3B67-B8CAA2640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DD813A-41A6-118A-A2D1-07A40FAEE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E70B-6719-4C20-B433-7C6C4F922FBF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576FBF-AE89-70E7-8C63-59C89E503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8A1A20-41A6-6C6A-B9F1-6D03D0399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70A1-4312-4470-A1DE-185195CE9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236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3E951D-E09B-9A22-C057-29ED5F6FD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E70B-6719-4C20-B433-7C6C4F922FBF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BEF368-471D-86F5-CC9F-4E52BD70B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45C94-3030-1E98-E312-0EC7C874A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70A1-4312-4470-A1DE-185195CE9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563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D31B3-6DB6-F317-046A-E4247E9C7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6FE13-F15F-D699-87DA-DFC0E8729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78F149-842D-3599-80CF-9E4E8338F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1458EB-68F3-6BC3-E58D-963D1FC32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E70B-6719-4C20-B433-7C6C4F922FBF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5F789-E64F-FD3B-0BC2-C76918995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854E1-E8AA-C69E-D1BB-4A9EB2367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70A1-4312-4470-A1DE-185195CE9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306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B0973-A9D0-47B8-5F46-1FFC4339B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76A666-7DBB-8E8B-03E0-B67EA240A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D2C03-439B-61FE-413A-FEBE37AC2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A161E-11B6-38F7-75FB-096FC74D2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E70B-6719-4C20-B433-7C6C4F922FBF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F7D33-2606-EFC3-8BAE-EEB4EFA2A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36846-2278-9E84-6C5E-ED61641B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70A1-4312-4470-A1DE-185195CE9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46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1F057-5E84-4FB5-480A-3803E4EA0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A889D1-5CD0-DB02-D20A-738058416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BEC25-7AA2-0E22-02A7-F0D1F3665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E70B-6719-4C20-B433-7C6C4F922FBF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D2EEA-8483-859E-59C6-D44707912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6CB1D-4D40-B3A5-F53F-0247C4C5E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70A1-4312-4470-A1DE-185195CE9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516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3A0BC8-C60F-7D39-EEE6-3741767BA1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84EFF1-A7D7-70C2-ADF7-E341ED591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400A8-5227-083A-27E4-87EEAFBB1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E70B-6719-4C20-B433-7C6C4F922FBF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F3F12-6830-D3E4-8AE1-C2898DA2E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D31CC-18BC-0BCE-3533-665841809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470A1-4312-4470-A1DE-185195CE9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007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629043-E4A7-8D0B-FE47-9CB3F24D8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055CC-1525-92E1-FF93-E638D9AA2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E7ED3-EBC5-8D37-10A6-3A4376B7C3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D3E70B-6719-4C20-B433-7C6C4F922FBF}" type="datetimeFigureOut">
              <a:rPr lang="en-US" smtClean="0"/>
              <a:t>8/15/2024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20DC2-D14F-9AF2-A73C-8D5026C201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85E55-6A49-4879-CCE5-99A32D5261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D470A1-4312-4470-A1DE-185195CE9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616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614B70-3211-47DD-A17E-94BF96D1ABF8}"/>
              </a:ext>
            </a:extLst>
          </p:cNvPr>
          <p:cNvSpPr/>
          <p:nvPr/>
        </p:nvSpPr>
        <p:spPr>
          <a:xfrm>
            <a:off x="1715977" y="1002702"/>
            <a:ext cx="2263662" cy="704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22960">
              <a:lnSpc>
                <a:spcPts val="5054"/>
              </a:lnSpc>
              <a:spcAft>
                <a:spcPts val="600"/>
              </a:spcAft>
            </a:pPr>
            <a:r>
              <a:rPr lang="en-US" sz="3600" b="1" kern="1200" spc="432">
                <a:solidFill>
                  <a:schemeClr val="accent5">
                    <a:lumMod val="50000"/>
                  </a:schemeClr>
                </a:solidFill>
                <a:latin typeface="ScalaSansPro-Regular" panose="02000503050000020003" pitchFamily="50" charset="0"/>
                <a:ea typeface="+mn-ea"/>
                <a:cs typeface="+mn-cs"/>
              </a:rPr>
              <a:t>OUTLINE</a:t>
            </a:r>
            <a:endParaRPr lang="en-US" sz="4000" b="1" spc="480">
              <a:solidFill>
                <a:schemeClr val="accent5">
                  <a:lumMod val="50000"/>
                </a:schemeClr>
              </a:solidFill>
              <a:latin typeface="ScalaSansPro-Regular" panose="02000503050000020003" pitchFamily="50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7010A1-E83C-4061-9A19-A53C7EC2E44F}"/>
              </a:ext>
            </a:extLst>
          </p:cNvPr>
          <p:cNvSpPr/>
          <p:nvPr/>
        </p:nvSpPr>
        <p:spPr>
          <a:xfrm>
            <a:off x="1105896" y="1791801"/>
            <a:ext cx="4223854" cy="4035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Font typeface="+mj-lt"/>
              <a:buAutoNum type="arabicPeriod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Introductory slide 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Your name, programme, year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About the company (2 lines + photo)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Mentors (Academic &amp; Workplace)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Starting date, end date, working hours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Font typeface="+mj-lt"/>
              <a:buAutoNum type="arabicPeriod" startAt="2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Your work 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Overview of your 8-month journey. You can group them into stages. 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Any departments that you visited and roles that you held during the apprenticeship</a:t>
            </a: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Font typeface="+mj-lt"/>
              <a:buAutoNum type="arabicPeriod" startAt="3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National Occupational Standards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List the NOSs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42900" lvl="0" indent="-342900">
              <a:lnSpc>
                <a:spcPct val="105000"/>
              </a:lnSpc>
              <a:spcAft>
                <a:spcPts val="800"/>
              </a:spcAft>
              <a:buFont typeface="+mj-lt"/>
              <a:buAutoNum type="arabicPeriod" startAt="4"/>
              <a:tabLst>
                <a:tab pos="457200" algn="l"/>
              </a:tabLst>
            </a:pPr>
            <a:endParaRPr lang="en-GB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24FA45-3A9B-4760-AB58-DFCD5AE271BE}"/>
              </a:ext>
            </a:extLst>
          </p:cNvPr>
          <p:cNvSpPr txBox="1"/>
          <p:nvPr/>
        </p:nvSpPr>
        <p:spPr>
          <a:xfrm>
            <a:off x="6044696" y="1744841"/>
            <a:ext cx="5503837" cy="4329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Font typeface="+mj-lt"/>
              <a:buAutoNum type="arabicPeriod" startAt="4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Projects 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Project A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617220" defTabSz="822960">
              <a:lnSpc>
                <a:spcPct val="105000"/>
              </a:lnSpc>
              <a:spcAft>
                <a:spcPts val="720"/>
              </a:spcAf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Try to include samples of your actual work developed 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Project B, etc…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Font typeface="+mj-lt"/>
              <a:buAutoNum type="arabicPeriod" startAt="5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Any problems that you helped solve with your company ? 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Font typeface="+mj-lt"/>
              <a:buAutoNum type="arabicPeriod" startAt="5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Any training courses you attended during the apprenticeship, whether you opted for independently or through the employer</a:t>
            </a:r>
            <a:r>
              <a:rPr lang="en-GB" sz="1440" dirty="0">
                <a:latin typeface="ScalaSansPro-Regular" panose="02000503050000020003" pitchFamily="50" charset="0"/>
              </a:rPr>
              <a:t> (Name of course + Certification) </a:t>
            </a: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 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Font typeface="+mj-lt"/>
              <a:buAutoNum type="arabicPeriod" startAt="5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Challenges that you faced, and how did you overcome them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Font typeface="+mj-lt"/>
              <a:buAutoNum type="arabicPeriod" startAt="5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Reflection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What technical and non-technical skills did you apply?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What software did you use?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Your career plan and how this apprenticeship has influenced it? </a:t>
            </a:r>
            <a:endParaRPr lang="en-GB" sz="1440" kern="1200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308610" indent="-308610" defTabSz="822960">
              <a:lnSpc>
                <a:spcPct val="105000"/>
              </a:lnSpc>
              <a:spcAft>
                <a:spcPts val="720"/>
              </a:spcAft>
              <a:buSzPts val="1000"/>
              <a:buFont typeface="Symbol" panose="05050102010706020507" pitchFamily="18" charset="2"/>
              <a:buChar char=""/>
              <a:tabLst>
                <a:tab pos="411480" algn="l"/>
              </a:tabLst>
            </a:pPr>
            <a:r>
              <a:rPr lang="en-GB" sz="1440" kern="1200" dirty="0">
                <a:solidFill>
                  <a:schemeClr val="tx1"/>
                </a:solidFill>
                <a:latin typeface="ScalaSansPro-Regular" panose="02000503050000020003" pitchFamily="50" charset="0"/>
                <a:ea typeface="+mn-ea"/>
                <a:cs typeface="+mn-cs"/>
              </a:rPr>
              <a:t>Did the company offer you a job?</a:t>
            </a:r>
            <a:endParaRPr lang="en-GB"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505A17-2545-BD80-46B2-C42C2CFE1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983868"/>
            <a:ext cx="759745" cy="50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267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165</Words>
  <Application>Microsoft Office PowerPoint</Application>
  <PresentationFormat>Widescreen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ScalaSansPro-Regular</vt:lpstr>
      <vt:lpstr>Symbol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Hala Obeidat</dc:creator>
  <cp:lastModifiedBy>Hala Obeidat</cp:lastModifiedBy>
  <cp:revision>6</cp:revision>
  <dcterms:created xsi:type="dcterms:W3CDTF">2024-03-04T11:19:49Z</dcterms:created>
  <dcterms:modified xsi:type="dcterms:W3CDTF">2024-08-15T11:06:47Z</dcterms:modified>
</cp:coreProperties>
</file>