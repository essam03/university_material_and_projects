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98878-AE19-4AAE-99B3-30B0E1DCDD90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0465B-50D6-4A7E-B0CC-631F94290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1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3F4D8-0FA1-43CC-A1C5-AE90EB645BB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54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7E40-EF65-9105-4E21-E09728015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46865-D7D4-9B93-669D-E1038A73C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3691C-6233-E6FE-E28D-24F343A6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46699-98C1-5611-87A5-042C45BE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14C-80F1-5894-EA31-37C95BD4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1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0EF3-E237-D0D5-74C2-07F1337E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1F18-7395-8A10-0ABA-9A164BD2D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0C150-6A4D-17EF-728A-193DBB92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466AA-7C93-FC06-6C23-98D891CB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56226-F276-FBA5-AE03-EEFD941C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C8FB-E86D-2371-518F-60D03FF2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D5E45-1CBE-842E-6EE6-065C3521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F7D6-61D2-BC65-278B-13650387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EDAF-2115-AB16-14BC-109BFE86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E2751-CFDB-2AC0-7C96-D92D7099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3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6210-ACBA-98B0-0FE5-CCAA3A9E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97D2-24C4-20A0-33CA-E82D319A9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A0F8E-62C1-C87A-E6DB-0D2685530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4E0BE-E759-6E91-4FC0-ED437DBF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F77C8-0EC9-0DB3-B60E-6BA03503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98E21-DC15-01FB-BAE8-BD3DD851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5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F9D3-2316-7396-71CE-0FC68865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74AA1-3B86-6769-AFCC-6DE317DC4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EA912-9ADD-813F-6BBD-AF7934364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4EE16-3C84-0345-4EE1-33390E286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39ABD-08B5-C9C6-440C-CAF5FEBE5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4B50B-8E53-20B4-5E92-0ACC0157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79699-1DB3-DA3D-0581-2F59274F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CB8EB-1322-E67D-2CAF-FDCA7036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1F33-CA69-EDD9-2F34-DE245E21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F3AEDF-C47D-18D9-04F2-7CF58287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2625D-4308-4B87-F5FC-2762D49B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B791E-7313-888D-1DF7-1C007355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8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48EF7-745C-8EE9-80E5-C2AEFFB4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8A428-6126-279A-B559-A6E3500E3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2790-34CE-2599-166A-1EF82487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A8C1-20CB-9FE2-802C-69E872DD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7504-4DD9-EB37-4213-047B383C0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75D5F-CD53-2E81-AF90-5CABF0B7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07043-7DD3-544C-3D1A-316404EE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BAF60-4191-CF23-9206-96F3519C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DCB20-DD45-07C0-4E09-84AA2FB1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50DC-0A85-7B6B-50D9-817AE130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225180-CA87-CC78-AD4C-91FB66F8F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E2B12-26C0-3930-2BA7-F316C3011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C22F6-DB9F-4A5E-6BB1-210EE4E9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071C0-B99A-4BFE-B056-9F7163D7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063B-A24E-072D-B264-631A0D1C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C7EB-503C-02E7-161D-5DDE24E6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DFA9-B9CC-3159-E993-F769C8F92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FDE43-2AF9-1585-F0FD-1814481B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07504-B6FD-DDB4-A22A-722B1E68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269C2-B8F7-0F38-5C88-7CE4B60C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3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DDC17-36FF-40D8-580B-B7C967F25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EC9BE-35A4-8BAE-385E-5B5327BB6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8FDDC-C693-62FD-776F-B3131E0B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F055-E725-5631-710F-B1674643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B0C10-95C8-AB29-B73B-02542293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9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A01A3-330D-08D6-7CF4-2DDFEF2D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9B733-4CF8-CBDF-2DC0-9BAD1289E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ECE69-72FC-DE17-A1DE-5CB8EE8BA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11AA2-2284-416C-A243-ABB7F5E900AB}" type="datetimeFigureOut">
              <a:rPr lang="en-US" smtClean="0"/>
              <a:t>2025-02-17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D0CC2-DEAF-4EE9-6E4E-E6BAD0A6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F46F-4FA4-4933-55A7-5E95D938E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8B605-F89D-4E39-803F-422AD1181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9859-21BA-D026-ADDC-2144542B8867}"/>
              </a:ext>
            </a:extLst>
          </p:cNvPr>
          <p:cNvSpPr/>
          <p:nvPr/>
        </p:nvSpPr>
        <p:spPr>
          <a:xfrm>
            <a:off x="874815" y="2322864"/>
            <a:ext cx="549109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cap="none" spc="0" dirty="0">
                <a:ln w="13462">
                  <a:noFill/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Mid Presentation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4384DB-516F-6514-C2D0-14306128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52" y="173711"/>
            <a:ext cx="700066" cy="5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0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14B70-3211-47DD-A17E-94BF96D1ABF8}"/>
              </a:ext>
            </a:extLst>
          </p:cNvPr>
          <p:cNvSpPr/>
          <p:nvPr/>
        </p:nvSpPr>
        <p:spPr>
          <a:xfrm>
            <a:off x="1105896" y="896906"/>
            <a:ext cx="2263662" cy="704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2960">
              <a:lnSpc>
                <a:spcPts val="5054"/>
              </a:lnSpc>
              <a:spcAft>
                <a:spcPts val="600"/>
              </a:spcAft>
            </a:pPr>
            <a:r>
              <a:rPr lang="en-US" sz="3600" b="1" kern="1200" spc="432" dirty="0">
                <a:solidFill>
                  <a:schemeClr val="accent5">
                    <a:lumMod val="50000"/>
                  </a:schemeClr>
                </a:solidFill>
                <a:latin typeface="ScalaSansPro-Regular" panose="02000503050000020003" pitchFamily="50" charset="0"/>
                <a:ea typeface="+mn-ea"/>
                <a:cs typeface="+mn-cs"/>
              </a:rPr>
              <a:t>OUTLINE</a:t>
            </a:r>
            <a:endParaRPr lang="en-US" sz="4000" b="1" spc="480" dirty="0">
              <a:solidFill>
                <a:schemeClr val="accent5">
                  <a:lumMod val="50000"/>
                </a:schemeClr>
              </a:solidFill>
              <a:latin typeface="ScalaSansPro-Regular" panose="02000503050000020003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7010A1-E83C-4061-9A19-A53C7EC2E44F}"/>
              </a:ext>
            </a:extLst>
          </p:cNvPr>
          <p:cNvSpPr/>
          <p:nvPr/>
        </p:nvSpPr>
        <p:spPr>
          <a:xfrm>
            <a:off x="1029696" y="1926475"/>
            <a:ext cx="4223854" cy="4035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Introductory slide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name, programme, year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About the company (2 lines + photo)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Mentors (Apprenticeship &amp; Workplace)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Starting date, end date, working hours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2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work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Overview of your 4-month journey. You can group them into stages.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departments that you visited and roles that you held during the apprenticeship</a:t>
            </a: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3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National Occupational Standards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List the NOSs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42900" lvl="0" indent="-342900">
              <a:lnSpc>
                <a:spcPct val="105000"/>
              </a:lnSpc>
              <a:spcAft>
                <a:spcPts val="800"/>
              </a:spcAft>
              <a:buFont typeface="+mj-lt"/>
              <a:buAutoNum type="arabicPeriod" startAt="4"/>
              <a:tabLst>
                <a:tab pos="457200" algn="l"/>
              </a:tabLst>
            </a:pP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4FA45-3A9B-4760-AB58-DFCD5AE271BE}"/>
              </a:ext>
            </a:extLst>
          </p:cNvPr>
          <p:cNvSpPr txBox="1"/>
          <p:nvPr/>
        </p:nvSpPr>
        <p:spPr>
          <a:xfrm>
            <a:off x="5983987" y="1779208"/>
            <a:ext cx="5503837" cy="432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4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Projects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 A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617220" defTabSz="822960">
              <a:lnSpc>
                <a:spcPct val="105000"/>
              </a:lnSpc>
              <a:spcAft>
                <a:spcPts val="720"/>
              </a:spcAf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Try to include samples of your actual work developed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 B, etc…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problems that you helped solve?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training courses you attended during the apprenticeship, whether you opted for independently or through the employer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Challenges that you faced, and how did you overcome them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Reflection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What technical and non-technical skills did you apply?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What software did you use?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career plan and how this apprenticeship has influenced it till now ?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Did the company offer you a job?</a:t>
            </a:r>
            <a:endParaRPr lang="en-GB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505A17-2545-BD80-46B2-C42C2CFE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51" y="259981"/>
            <a:ext cx="759745" cy="50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6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</Words>
  <Application>Microsoft Office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ScalaSansPro-Regular</vt:lpstr>
      <vt:lpstr>Symbol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Hala Obeidat</dc:creator>
  <cp:lastModifiedBy>Shareef Shargawi</cp:lastModifiedBy>
  <cp:revision>6</cp:revision>
  <dcterms:created xsi:type="dcterms:W3CDTF">2024-04-25T08:26:56Z</dcterms:created>
  <dcterms:modified xsi:type="dcterms:W3CDTF">2025-02-17T10:38:09Z</dcterms:modified>
</cp:coreProperties>
</file>